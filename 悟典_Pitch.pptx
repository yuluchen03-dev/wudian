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UDIAN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7B2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355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悟典 · Trae Hackathon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悟典：让中国经典成为可追溯的问答入口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分钟只讲一条稳定路线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21240" y="347472"/>
            <a:ext cx="1645920" cy="146304"/>
          </a:xfrm>
          <a:prstGeom prst="rect">
            <a:avLst/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F6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每一句安慰都有出处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 AI，是一桌中国思想审你的问题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543800" y="1572768"/>
            <a:ext cx="3520440" cy="1115568"/>
          </a:xfrm>
          <a:prstGeom prst="roundRect">
            <a:avLst>
              <a:gd name="adj" fmla="val 6557"/>
            </a:avLst>
          </a:prstGeom>
          <a:solidFill>
            <a:srgbClr val="FFF8E8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44968" y="177393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演示主线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44968" y="2157984"/>
            <a:ext cx="31181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/demo -&gt; /sage-chat -&gt; /about -&gt; /roundtable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7543800" y="290779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EEF6F1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4968" y="310896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可信口径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44968" y="3493008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先检索、再生成、可追溯、检索不到不硬编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演示只走四页，不展开旁枝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/demo -&gt; /sage-chat -&gt; /about -&gt; /roundtable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21240" y="347472"/>
            <a:ext cx="1645920" cy="146304"/>
          </a:xfrm>
          <a:prstGeom prst="rect">
            <a:avLst/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562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938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3776" y="2487168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DF7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68833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/demo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3072384"/>
            <a:ext cx="165506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先让评委看到路线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487168" y="2011680"/>
            <a:ext cx="329184" cy="329184"/>
          </a:xfrm>
          <a:prstGeom prst="chevron">
            <a:avLst/>
          </a:prstGeom>
          <a:solidFill>
            <a:srgbClr val="D9CBA8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8562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F6B57"/>
          </a:solidFill>
          <a:ln w="12700">
            <a:solidFill>
              <a:srgbClr val="3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92938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/sage-chat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81528" y="2487168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DF7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268833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/sage-chat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82696" y="3072384"/>
            <a:ext cx="165506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可信问道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引用、出处、白话建议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074920" y="2011680"/>
            <a:ext cx="329184" cy="329184"/>
          </a:xfrm>
          <a:prstGeom prst="chevron">
            <a:avLst/>
          </a:prstGeom>
          <a:solidFill>
            <a:srgbClr val="D9CBA8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3872" y="18562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55C7D"/>
          </a:solidFill>
          <a:ln w="12700">
            <a:solidFill>
              <a:srgbClr val="355C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192938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/about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0" y="2487168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DF7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268833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/about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70448" y="3072384"/>
            <a:ext cx="165506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可信链路证据页材料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RAG 与边界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662672" y="2011680"/>
            <a:ext cx="329184" cy="329184"/>
          </a:xfrm>
          <a:prstGeom prst="chevron">
            <a:avLst/>
          </a:prstGeom>
          <a:solidFill>
            <a:srgbClr val="D9CBA8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21624" y="18562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8E3D32"/>
          </a:solidFill>
          <a:ln w="12700">
            <a:solidFill>
              <a:srgbClr val="8E3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4776" y="192938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/roundtable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57032" y="2487168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DF7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68833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/roundtable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58200" y="3072384"/>
            <a:ext cx="165506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论道圆桌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同题多思想回应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188720" y="48920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现场重点：三分钟内让评委看到入口、可信问道、证据链路和圆桌记忆点。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/demo：统一入口和真实后端口径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默认连接悟典后端，mock 必须被说清楚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21240" y="347472"/>
            <a:ext cx="1645920" cy="146304"/>
          </a:xfrm>
          <a:prstGeom prst="rect">
            <a:avLst/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91056"/>
            <a:ext cx="55778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NEXT_PUBLIC_API_BASE=http://localhost:8000/api</a:t>
            </a:r>
            <a:endParaRPr lang="en-US" sz="1500" dirty="0"/>
          </a:p>
          <a:p>
            <a:r>
              <a:rPr lang="en-US" sz="15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NEXT_PUBLIC_API_URL=http://localhost:8000/api</a:t>
            </a:r>
            <a:endParaRPr lang="en-US" sz="1500" dirty="0"/>
          </a:p>
          <a:p>
            <a:r>
              <a:rPr lang="en-US" sz="15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NEXT_PUBLIC_USE_MOCK=false</a:t>
            </a:r>
            <a:endParaRPr lang="en-US" sz="1500" dirty="0"/>
          </a:p>
          <a:p>
            <a:r>
              <a:rPr lang="en-US" sz="15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如果使用 mock，必须说明这是“演示稳定层”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55448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FF8E8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2008" y="175564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现场一句话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22008" y="2139696"/>
            <a:ext cx="38953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“这是黑客松演示入口，我们直接按四页路线看产品。”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720840" y="3310128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4F8FB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351129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端口风险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22008" y="3895344"/>
            <a:ext cx="38953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 是悟典前端；8000 是悟典后端；8001 如有监听，要确认不是非悟典后端。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/sage-chat：每一句安慰都有出处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展示真实问题、经典引用、出处和白话解释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21240" y="347472"/>
            <a:ext cx="1645920" cy="146304"/>
          </a:xfrm>
          <a:prstGeom prst="rect">
            <a:avLst/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44752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FF8E8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4592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现场问题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2029968"/>
            <a:ext cx="35753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“我很努力，但总是不被领导认可，怎么办？”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074920" y="1444752"/>
            <a:ext cx="2468880" cy="3218688"/>
          </a:xfrm>
          <a:prstGeom prst="roundRect">
            <a:avLst>
              <a:gd name="adj" fmla="val 2963"/>
            </a:avLst>
          </a:prstGeom>
          <a:solidFill>
            <a:srgbClr val="EEF6F1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6088" y="16459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评委要看到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76088" y="2029968"/>
            <a:ext cx="2066544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经典原文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出处标注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白话建议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边界提示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909560" y="1444752"/>
            <a:ext cx="3063240" cy="3218688"/>
          </a:xfrm>
          <a:prstGeom prst="roundRect">
            <a:avLst>
              <a:gd name="adj" fmla="val 2388"/>
            </a:avLst>
          </a:prstGeom>
          <a:solidFill>
            <a:srgbClr val="FFFDF7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64592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10728" y="2029968"/>
            <a:ext cx="2660904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它不是先给一碗鸡汤，而是先拿出依据，再把经典翻译成今天能用的建议。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可信不是“说得像”，而是“能回到原文”。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/about：可信链路证据页材料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把“可信机制”改成可检查的流程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21240" y="347472"/>
            <a:ext cx="1645920" cy="146304"/>
          </a:xfrm>
          <a:prstGeom prst="rect">
            <a:avLst/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002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7335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先检索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47288" y="16002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3F6B57"/>
          </a:solidFill>
          <a:ln w="12700">
            <a:solidFill>
              <a:srgbClr val="3F6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67335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再生成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53328" y="16002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355C7D"/>
          </a:solidFill>
          <a:ln w="12700">
            <a:solidFill>
              <a:srgbClr val="355C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67335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59368" y="16002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8E3D32"/>
          </a:solidFill>
          <a:ln w="12700">
            <a:solidFill>
              <a:srgbClr val="8E3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167335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检索不到不硬编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24128" y="2450592"/>
            <a:ext cx="97840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检索来源：经典原文、注疏或本地整理语料</a:t>
            </a:r>
            <a:endParaRPr lang="en-US" sz="1400" dirty="0"/>
          </a:p>
          <a:p>
            <a:r>
              <a:rPr lang="en-US" sz="14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生成约束：回答围绕检索依据组织</a:t>
            </a:r>
            <a:endParaRPr lang="en-US" sz="1400" dirty="0"/>
          </a:p>
          <a:p>
            <a:r>
              <a:rPr lang="en-US" sz="14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追溯展示：引用块、出处、白话解释</a:t>
            </a:r>
            <a:endParaRPr lang="en-US" sz="1400" dirty="0"/>
          </a:p>
          <a:p>
            <a:r>
              <a:rPr lang="en-US" sz="14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失败边界：找不到依据就提示边界，不编出处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/roundtable：一桌中国思想审你的问题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秒制造记忆点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21240" y="347472"/>
            <a:ext cx="1645920" cy="146304"/>
          </a:xfrm>
          <a:prstGeom prst="rect">
            <a:avLst/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08760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FFF8E8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7099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孔子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2416" y="2093976"/>
            <a:ext cx="23408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看关系、责任与修身。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EEF6F1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7099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孟子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10328" y="2093976"/>
            <a:ext cx="23408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看本心、勇气与义。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577072" y="1508760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F4F8FB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7099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78240" y="2093976"/>
            <a:ext cx="23408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看顺势、减法与用力过猛。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同一个问题，不同思想体系给出可比较的视角。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6177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3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 AI，是一桌中国思想审你的问题。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的贡献：把能跑变成能稳定上台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贡献说明要服务交付，不抢产品主线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21240" y="347472"/>
            <a:ext cx="1645920" cy="146304"/>
          </a:xfrm>
          <a:prstGeom prst="rect">
            <a:avLst/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64008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梳理四页演示主线：/demo -&gt; /sage-chat -&gt; /about -&gt; /roundtable</a:t>
            </a:r>
            <a:endParaRPr lang="en-US" sz="1400" dirty="0"/>
          </a:p>
          <a:p>
            <a:r>
              <a:rPr lang="en-US" sz="14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补齐稳定启动和 .next 清理脚本</a:t>
            </a:r>
            <a:endParaRPr lang="en-US" sz="1400" dirty="0"/>
          </a:p>
          <a:p>
            <a:r>
              <a:rPr lang="en-US" sz="14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 3000、8000、8001 端口归属检查</a:t>
            </a:r>
            <a:endParaRPr lang="en-US" sz="1400" dirty="0"/>
          </a:p>
          <a:p>
            <a:r>
              <a:rPr lang="en-US" sz="1400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沉淀可信链路证据页材料和赛前检查表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43800" y="1572768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FF8E8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44968" y="177393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现场表达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44968" y="2157984"/>
            <a:ext cx="307238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帮助团队把交付流程变得可复查、可演练、可上台。产品核心仍然由现场四个页面证明。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赛前检查：最后 30 分钟和上台前 5 分钟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用清单换稳定性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21240" y="347472"/>
            <a:ext cx="1645920" cy="146304"/>
          </a:xfrm>
          <a:prstGeom prst="rect">
            <a:avLst/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44752"/>
            <a:ext cx="4800600" cy="3383280"/>
          </a:xfrm>
          <a:prstGeom prst="roundRect">
            <a:avLst>
              <a:gd name="adj" fmla="val 2162"/>
            </a:avLst>
          </a:prstGeom>
          <a:solidFill>
            <a:srgbClr val="EEF6F1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45920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赛前 30 分钟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24128" y="2029968"/>
            <a:ext cx="439826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stage-check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3000 / 8000 / 8001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完整走四页路线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准备安全问题、录屏、截图、PPT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400800" y="1444752"/>
            <a:ext cx="4800600" cy="3383280"/>
          </a:xfrm>
          <a:prstGeom prst="roundRect">
            <a:avLst>
              <a:gd name="adj" fmla="val 2162"/>
            </a:avLst>
          </a:prstGeom>
          <a:solidFill>
            <a:srgbClr val="FFF8E8"/>
          </a:solidFill>
          <a:ln w="11430">
            <a:solidFill>
              <a:srgbClr val="D9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645920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上台前 5 分钟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01968" y="2029968"/>
            <a:ext cx="439826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100%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/demo 已打开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/about 能展示证据页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/roundtable 有预览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必须说明“演示稳定层”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1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收束：悟典把中国思想请回桌上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评委最后只需要记住两句话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21240" y="347472"/>
            <a:ext cx="1645920" cy="146304"/>
          </a:xfrm>
          <a:prstGeom prst="rect">
            <a:avLst/>
          </a:prstGeom>
          <a:solidFill>
            <a:srgbClr val="B68B2D"/>
          </a:solidFill>
          <a:ln w="12700">
            <a:solidFill>
              <a:srgbClr val="B68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6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每一句安慰都有出处。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3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 AI，是一桌中国思想审你的问题。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41605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2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/demo -&gt; /sage-chat -&gt; /about -&gt; /roundtable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2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Trae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悟典 Pitch</dc:title>
  <dc:subject>悟典 Trae 黑客松最终演示</dc:subject>
  <dc:creator>悟典团队</dc:creator>
  <cp:lastModifiedBy>悟典团队</cp:lastModifiedBy>
  <cp:revision>1</cp:revision>
  <dcterms:created xsi:type="dcterms:W3CDTF">2026-07-06T10:42:16Z</dcterms:created>
  <dcterms:modified xsi:type="dcterms:W3CDTF">2026-07-06T10:42:16Z</dcterms:modified>
</cp:coreProperties>
</file>